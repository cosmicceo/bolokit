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2880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XBolo Wave / Sub-Wave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621792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Admin • Planner • Parity • Implementer • Director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371600" y="1143000"/>
            <a:ext cx="10515600" cy="105156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376172"/>
            <a:ext cx="1097280" cy="585216"/>
          </a:xfrm>
          <a:prstGeom prst="roundRect">
            <a:avLst>
              <a:gd name="adj" fmla="val 12500"/>
            </a:avLst>
          </a:prstGeom>
          <a:solidFill>
            <a:srgbClr val="5080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28600" y="1376172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371600" y="2194560"/>
            <a:ext cx="105156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2427732"/>
            <a:ext cx="1097280" cy="585216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8600" y="2427732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371600" y="3246120"/>
            <a:ext cx="10515600" cy="105156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3479292"/>
            <a:ext cx="1097280" cy="585216"/>
          </a:xfrm>
          <a:prstGeom prst="roundRect">
            <a:avLst>
              <a:gd name="adj" fmla="val 12500"/>
            </a:avLst>
          </a:prstGeom>
          <a:solidFill>
            <a:srgbClr val="99001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28600" y="3479292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371600" y="4297680"/>
            <a:ext cx="105156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4530852"/>
            <a:ext cx="1097280" cy="585216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28600" y="4530852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371600" y="5349240"/>
            <a:ext cx="10515600" cy="105156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5582412"/>
            <a:ext cx="1097280" cy="585216"/>
          </a:xfrm>
          <a:prstGeom prst="roundRect">
            <a:avLst>
              <a:gd name="adj" fmla="val 12500"/>
            </a:avLst>
          </a:prstGeom>
          <a:solidFill>
            <a:srgbClr val="6D2E4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28600" y="5582412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371600" y="1143000"/>
            <a:ext cx="10515600" cy="5257800"/>
          </a:xfrm>
          <a:prstGeom prst="rect">
            <a:avLst/>
          </a:prstGeom>
          <a:ln w="12700">
            <a:solidFill>
              <a:srgbClr val="9999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9384" y="5875020"/>
            <a:ext cx="790956" cy="-262890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720340" y="3246120"/>
            <a:ext cx="790956" cy="262890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511296" y="5875020"/>
            <a:ext cx="0" cy="-315468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511296" y="2720340"/>
            <a:ext cx="790956" cy="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302252" y="2720340"/>
            <a:ext cx="790956" cy="210312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093208" y="4823460"/>
            <a:ext cx="790956" cy="-210312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884164" y="2720340"/>
            <a:ext cx="790956" cy="105156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675120" y="3771900"/>
            <a:ext cx="790956" cy="-105156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466076" y="2720340"/>
            <a:ext cx="790956" cy="210312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257032" y="4823460"/>
            <a:ext cx="790956" cy="-105156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047988" y="3771900"/>
            <a:ext cx="790956" cy="-105156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838944" y="2720340"/>
            <a:ext cx="790956" cy="315468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629900" y="5875020"/>
            <a:ext cx="790956" cy="-4206240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600200" y="5463540"/>
            <a:ext cx="658368" cy="822960"/>
          </a:xfrm>
          <a:prstGeom prst="roundRect">
            <a:avLst>
              <a:gd name="adj" fmla="val 8333"/>
            </a:avLst>
          </a:prstGeom>
          <a:solidFill>
            <a:srgbClr val="6D2E4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1655064" y="5509260"/>
            <a:ext cx="5486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Initiate All Agents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bootstraps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391156" y="1280160"/>
            <a:ext cx="658368" cy="3931920"/>
          </a:xfrm>
          <a:prstGeom prst="roundRect">
            <a:avLst>
              <a:gd name="adj" fmla="val 8333"/>
            </a:avLst>
          </a:prstGeom>
          <a:solidFill>
            <a:srgbClr val="7A6A78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2446020" y="1325880"/>
            <a:ext cx="548640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Load Bootstrap &amp; Hold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agents load their bootstrap file, hold for instruction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182112" y="5463540"/>
            <a:ext cx="658368" cy="822960"/>
          </a:xfrm>
          <a:prstGeom prst="roundRect">
            <a:avLst>
              <a:gd name="adj" fmla="val 8333"/>
            </a:avLst>
          </a:prstGeom>
          <a:solidFill>
            <a:srgbClr val="6D2E4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3236976" y="5509260"/>
            <a:ext cx="5486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Consult Planner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state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182112" y="2308860"/>
            <a:ext cx="658368" cy="82296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3236976" y="2354580"/>
            <a:ext cx="5486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Report &amp; Recommend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+ next step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973068" y="2308860"/>
            <a:ext cx="658368" cy="82296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4027932" y="2354580"/>
            <a:ext cx="5486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Issue Pre-Plan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to Implementer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64024" y="4411980"/>
            <a:ext cx="658368" cy="822960"/>
          </a:xfrm>
          <a:prstGeom prst="roundRect">
            <a:avLst>
              <a:gd name="adj" fmla="val 8333"/>
            </a:avLst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4818888" y="4457700"/>
            <a:ext cx="5486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Draft Pre-Plan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Traps, approach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554980" y="2308860"/>
            <a:ext cx="658368" cy="82296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5609844" y="2354580"/>
            <a:ext cx="5486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Review Pre-Plan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vs PLAN.md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345936" y="3360420"/>
            <a:ext cx="658368" cy="822960"/>
          </a:xfrm>
          <a:prstGeom prst="roundRect">
            <a:avLst>
              <a:gd name="adj" fmla="val 8333"/>
            </a:avLst>
          </a:prstGeom>
          <a:solidFill>
            <a:srgbClr val="990011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6400800" y="3406140"/>
            <a:ext cx="5486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Check Pre-Plan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read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136892" y="2308860"/>
            <a:ext cx="658368" cy="82296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7191756" y="2354580"/>
            <a:ext cx="5486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Consolidate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D-#, conditions, Coding GO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927848" y="4411980"/>
            <a:ext cx="658368" cy="822960"/>
          </a:xfrm>
          <a:prstGeom prst="roundRect">
            <a:avLst>
              <a:gd name="adj" fmla="val 8333"/>
            </a:avLst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52" name="Text 50"/>
          <p:cNvSpPr txBox="1"/>
          <p:nvPr/>
        </p:nvSpPr>
        <p:spPr>
          <a:xfrm>
            <a:off x="7982712" y="4457700"/>
            <a:ext cx="5486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Execute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Pre-plan + conditions, commit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718804" y="3360420"/>
            <a:ext cx="658368" cy="822960"/>
          </a:xfrm>
          <a:prstGeom prst="roundRect">
            <a:avLst>
              <a:gd name="adj" fmla="val 8333"/>
            </a:avLst>
          </a:prstGeom>
          <a:solidFill>
            <a:srgbClr val="990011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54" name="Text 52"/>
          <p:cNvSpPr txBox="1"/>
          <p:nvPr/>
        </p:nvSpPr>
        <p:spPr>
          <a:xfrm>
            <a:off x="8773668" y="3406140"/>
            <a:ext cx="5486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Hand-trace vs C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Post-commit audit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509760" y="2308860"/>
            <a:ext cx="658368" cy="82296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56" name="Text 54"/>
          <p:cNvSpPr txBox="1"/>
          <p:nvPr/>
        </p:nvSpPr>
        <p:spPr>
          <a:xfrm>
            <a:off x="9564624" y="2354580"/>
            <a:ext cx="5486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Review Findings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or extend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0300716" y="5463540"/>
            <a:ext cx="658368" cy="822960"/>
          </a:xfrm>
          <a:prstGeom prst="roundRect">
            <a:avLst>
              <a:gd name="adj" fmla="val 8333"/>
            </a:avLst>
          </a:prstGeom>
          <a:solidFill>
            <a:srgbClr val="6D2E4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58" name="Text 56"/>
          <p:cNvSpPr txBox="1"/>
          <p:nvPr/>
        </p:nvSpPr>
        <p:spPr>
          <a:xfrm>
            <a:off x="10355580" y="5509260"/>
            <a:ext cx="5486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Push-cadence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/ wave push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1091672" y="1257300"/>
            <a:ext cx="658368" cy="822960"/>
          </a:xfrm>
          <a:prstGeom prst="roundRect">
            <a:avLst>
              <a:gd name="adj" fmla="val 8333"/>
            </a:avLst>
          </a:prstGeom>
          <a:solidFill>
            <a:srgbClr val="50808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60" name="Text 58"/>
          <p:cNvSpPr txBox="1"/>
          <p:nvPr/>
        </p:nvSpPr>
        <p:spPr>
          <a:xfrm>
            <a:off x="11146536" y="1303020"/>
            <a:ext cx="5486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Docs &amp; Role Audit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pass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wave closes only after an explicit PARITY PASS is logged in docs/AGENT_NOTES.md. Director issues policy/override decisions cross-cutting all roles; the pre-plan loop (5-9) is the typical (not sole) outcome of the Director–Planner state consult.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2026-09-04T19:15:52Z</dcterms:created>
  <dcterms:modified xsi:type="dcterms:W3CDTF">2026-09-04T19:15:52Z</dcterms:modified>
</cp:coreProperties>
</file>